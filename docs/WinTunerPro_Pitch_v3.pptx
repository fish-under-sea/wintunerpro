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25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280160"/>
            <a:ext cx="3840480" cy="3840480"/>
          </a:xfrm>
          <a:prstGeom prst="ellipse">
            <a:avLst/>
          </a:prstGeom>
          <a:solidFill>
            <a:srgbClr val="1A6EF5">
              <a:alpha val="10000"/>
            </a:srgbClr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41248"/>
            <a:ext cx="1572768" cy="292608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路演 · Demo 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6032" y="124358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WinTuner Pro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56032" y="20482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游戏陪玩  一键优化工具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" y="26151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让每一位陪玩都能发挥出</a:t>
            </a:r>
            <a:r>
              <a:rPr lang="zh-CN" altLang="en-US" sz="13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最佳状态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3072384"/>
            <a:ext cx="3474720" cy="36576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321868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CCF"/>
                </a:solidFill>
              </a:rPr>
              <a:t>Electron + React + PowerShell  ·  面向个体陪玩 &amp; 小型工作室  ·  v1.0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30368" y="475488"/>
            <a:ext cx="3566160" cy="4206240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30368" y="475488"/>
            <a:ext cx="411480" cy="5486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475488"/>
            <a:ext cx="54864" cy="41148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475488"/>
            <a:ext cx="420624" cy="54864"/>
          </a:xfrm>
          <a:prstGeom prst="rect">
            <a:avLst/>
          </a:prstGeom>
          <a:solidFill>
            <a:srgbClr val="00BCC8"/>
          </a:solidFill>
          <a:ln w="12700">
            <a:solidFill>
              <a:srgbClr val="00B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41664" y="475488"/>
            <a:ext cx="54864" cy="411480"/>
          </a:xfrm>
          <a:prstGeom prst="rect">
            <a:avLst/>
          </a:prstGeom>
          <a:solidFill>
            <a:srgbClr val="00BCC8"/>
          </a:solidFill>
          <a:ln w="12700">
            <a:solidFill>
              <a:srgbClr val="00B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331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C47"/>
                </a:solidFill>
              </a:rPr>
              <a:t>[ 产品界面截图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2788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3550"/>
                </a:solidFill>
              </a:rPr>
              <a:t>Prompt: dark-themed Windows optimization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53550"/>
                </a:solidFill>
              </a:rPr>
              <a:t>dashboard UI, GPU stats ring chart,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53550"/>
                </a:solidFill>
              </a:rPr>
              <a:t>system health score, blue+cyan neon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53550"/>
                </a:solidFill>
              </a:rPr>
              <a:t>gaming aesthetic, screenshot mockup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3A4F"/>
          </a:solidFill>
          <a:ln w="12700">
            <a:solidFill>
              <a:srgbClr val="2D3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问题与痛点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4187952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9264"/>
            <a:ext cx="64008" cy="179222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170432"/>
            <a:ext cx="566928" cy="566928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289304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4712" y="11338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重装门槛极高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24712" y="1536192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盘制作复杂繁琐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技术小白完全无从下手，只能求人代劳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0016" y="969264"/>
            <a:ext cx="4187952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0016" y="969264"/>
            <a:ext cx="64008" cy="17922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64608" y="1170432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8930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68696" y="11338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显卡设置全默认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568696" y="1536192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驱动面板从不调整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竞技帧率因此白白损耗 15–30%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56032" y="2962656"/>
            <a:ext cx="4187952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2962656"/>
            <a:ext cx="64008" cy="17922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0624" y="3163824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28269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24712" y="31272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增强模式被浪费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124712" y="3529584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联想 / 华硕等旗舰本均有增强模式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几乎所有陪玩只停留在「性能模式」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700016" y="2962656"/>
            <a:ext cx="4187952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0016" y="2962656"/>
            <a:ext cx="64008" cy="17922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64608" y="3163824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8269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68696" y="31272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美化需求无解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568696" y="3529584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DISM++ 等工具对小白过于复杂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想美化系统不知从何下手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2D3A4F"/>
          </a:solidFill>
          <a:ln w="12700">
            <a:solidFill>
              <a:srgbClr val="2D3A4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A500"/>
                </a:solidFill>
              </a:rPr>
              <a:t>国内游戏陪玩从业者超 300 万  ·  90% 以上是技术小白  ·  小型工作室普遍无专属技术员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00BCC8"/>
          </a:solidFill>
          <a:ln w="12700">
            <a:solidFill>
              <a:srgbClr val="00BC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解决方案概览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BCCF"/>
                </a:solidFill>
              </a:rPr>
              <a:t>一个工具，覆盖陪玩系统管理全流程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2423160"/>
            <a:ext cx="8193024" cy="45720"/>
          </a:xfrm>
          <a:prstGeom prst="rect">
            <a:avLst/>
          </a:prstGeom>
          <a:solidFill>
            <a:srgbClr val="1A2C47"/>
          </a:solidFill>
          <a:ln w="12700">
            <a:solidFill>
              <a:srgbClr val="1A2C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44752"/>
            <a:ext cx="1499616" cy="3182112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444752"/>
            <a:ext cx="1499616" cy="7315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737360"/>
            <a:ext cx="768096" cy="768096"/>
          </a:xfrm>
          <a:prstGeom prst="ellipse">
            <a:avLst/>
          </a:prstGeom>
          <a:solidFill>
            <a:srgbClr val="1A6EF5">
              <a:alpha val="82000"/>
            </a:srgbClr>
          </a:solidFill>
          <a:ln w="12700">
            <a:solidFill>
              <a:srgbClr val="1A6EF5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65376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EF5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" y="2889504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系统重装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10896" y="3255264"/>
            <a:ext cx="13898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Win10/11 LTSC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纯软·无需PE盘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993392" y="1444752"/>
            <a:ext cx="1499616" cy="3182112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93392" y="1444752"/>
            <a:ext cx="1499616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59152" y="1737360"/>
            <a:ext cx="768096" cy="768096"/>
          </a:xfrm>
          <a:prstGeom prst="ellipse">
            <a:avLst/>
          </a:prstGeom>
          <a:solidFill>
            <a:srgbClr val="0891B2">
              <a:alpha val="82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1865376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93392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993392" y="2889504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显卡调优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048256" y="3255264"/>
            <a:ext cx="13898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N/A卡竞技预设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一键写入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730752" y="1444752"/>
            <a:ext cx="1499616" cy="3182112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30752" y="1444752"/>
            <a:ext cx="1499616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96512" y="1737360"/>
            <a:ext cx="768096" cy="768096"/>
          </a:xfrm>
          <a:prstGeom prst="ellipse">
            <a:avLst/>
          </a:prstGeom>
          <a:solidFill>
            <a:srgbClr val="7C3AED">
              <a:alpha val="82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865376"/>
            <a:ext cx="512064" cy="5120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30752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730752" y="2889504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OEM性能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3785616" y="3255264"/>
            <a:ext cx="13898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自动识别品牌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解锁增强模式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68112" y="1444752"/>
            <a:ext cx="1499616" cy="3182112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68112" y="1444752"/>
            <a:ext cx="1499616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833872" y="1737360"/>
            <a:ext cx="768096" cy="768096"/>
          </a:xfrm>
          <a:prstGeom prst="ellipse">
            <a:avLst/>
          </a:prstGeom>
          <a:solidFill>
            <a:srgbClr val="059669">
              <a:alpha val="82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1865376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68112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468112" y="2889504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系统优化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522976" y="3255264"/>
            <a:ext cx="13898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服务/电源/网络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全自动执行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7205472" y="1444752"/>
            <a:ext cx="1499616" cy="3182112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205472" y="1444752"/>
            <a:ext cx="1499616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571232" y="1737360"/>
            <a:ext cx="768096" cy="768096"/>
          </a:xfrm>
          <a:prstGeom prst="ellipse">
            <a:avLst/>
          </a:prstGeom>
          <a:solidFill>
            <a:srgbClr val="F0A500">
              <a:alpha val="82000"/>
            </a:srgbClr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1865376"/>
            <a:ext cx="512064" cy="51206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205472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7205472" y="2889504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系统美化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7260336" y="3255264"/>
            <a:ext cx="13898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风格包一键换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CF"/>
                </a:solidFill>
              </a:rPr>
              <a:t>Nexus生态对接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CCF"/>
                </a:solidFill>
              </a:rPr>
              <a:t>全程可视化引导  ·  零命令行操作  ·  纯软方案无需 PE 盘  ·  重启后自动继续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核心差异化 · OEM 性能调度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91440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CCF"/>
                </a:solidFill>
              </a:rPr>
              <a:t>大多数陪玩的游戏本拥有「增强 / 狂暴模式」，但他们从来没有开启过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3858768" cy="3310128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389888"/>
            <a:ext cx="3858768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35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😫  现在的陪玩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95681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1938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一直停留在「性能模式」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43230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" y="24140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不知道增强 / 狂暴模式存在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90779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" y="28895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帧率白白损耗 10–20%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3832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6656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独显直连从未开启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85876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6656" y="3840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软件装了从来不打开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206240" y="2816352"/>
            <a:ext cx="73152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2862072"/>
            <a:ext cx="621792" cy="3657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029200" y="1389888"/>
            <a:ext cx="3858768" cy="3310128"/>
          </a:xfrm>
          <a:prstGeom prst="rect">
            <a:avLst/>
          </a:prstGeom>
          <a:solidFill>
            <a:srgbClr val="0A1B38"/>
          </a:solidFill>
          <a:ln w="25400">
            <a:solidFill>
              <a:srgbClr val="1A6EF5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5029200" y="1389888"/>
            <a:ext cx="3858768" cy="42062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193792" y="1435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WinTuner Pro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1956816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86400" y="1938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自动识别品牌和具体型号</a:t>
            </a:r>
            <a:endParaRPr lang="en-US" sz="12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2432304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486400" y="24140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一键切换增强 / 狂暴模式</a:t>
            </a:r>
            <a:endParaRPr lang="en-US" sz="12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290779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486400" y="28895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帧率直接提升 10–25%</a:t>
            </a:r>
            <a:endParaRPr lang="en-US" sz="12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3383280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486400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引导并开启 MUX 独显直连</a:t>
            </a:r>
            <a:endParaRPr lang="en-US" sz="12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3858768"/>
            <a:ext cx="237744" cy="23774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486400" y="3840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联想 / 华硕 / 惠普 / 戴尔全覆盖</a:t>
            </a:r>
            <a:endParaRPr lang="en-US" sz="1250" dirty="0"/>
          </a:p>
        </p:txBody>
      </p:sp>
      <p:sp>
        <p:nvSpPr>
          <p:cNvPr id="35" name="Shape 2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36" name="Text 2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CCF"/>
                </a:solidFill>
              </a:rPr>
              <a:t>覆盖：联想 Legion  ·  华硕 Armoury  ·  惠普 OMEN  ·  戴尔 Alienware  ·  雷蛇  ·  机械革命  ·  神舟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3A4F"/>
          </a:solidFill>
          <a:ln w="12700">
            <a:solidFill>
              <a:srgbClr val="2D3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功能深度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50976"/>
            <a:ext cx="4187952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50976"/>
            <a:ext cx="4187952" cy="43891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0058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系统重装与初始化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7472" y="1517904"/>
            <a:ext cx="237744" cy="237744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5179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76656" y="150876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Win10 / Win11 LTSC 版本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7472" y="1993392"/>
            <a:ext cx="237744" cy="237744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1993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76656" y="198424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保留个人文件 或 完全清空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47472" y="2468880"/>
            <a:ext cx="237744" cy="237744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2468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6656" y="245973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 纯软部署 · 全程进度条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47472" y="2944368"/>
            <a:ext cx="237744" cy="237744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9443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76656" y="293522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重启后 RunOnce 自动继续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47472" y="3419856"/>
            <a:ext cx="237744" cy="237744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4198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76656" y="341071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重置 + 计算机名随机化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895344"/>
            <a:ext cx="237744" cy="237744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38953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76656" y="388620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 &amp; 运行库一键自动补全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700016" y="950976"/>
            <a:ext cx="4187952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0016" y="950976"/>
            <a:ext cx="4187952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05840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157216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显卡竞技调优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4773168" y="1517904"/>
            <a:ext cx="1810512" cy="31089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73168" y="1517904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NVIDIA</a:t>
            </a:r>
            <a:endParaRPr lang="en-US" sz="11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975104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20640" y="195681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关闭垂直同步</a:t>
            </a:r>
            <a:endParaRPr lang="en-US" sz="11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450592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120640" y="243230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低延迟模式→超级</a:t>
            </a:r>
            <a:endParaRPr lang="en-US" sz="11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926080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120640" y="2907792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电源→最高性能</a:t>
            </a:r>
            <a:endParaRPr lang="en-US" sz="115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401568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120640" y="338328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缓存 10 GB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6766560" y="1517904"/>
            <a:ext cx="1810512" cy="31089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766560" y="1517904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AMD</a:t>
            </a:r>
            <a:endParaRPr lang="en-US" sz="115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975104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114032" y="195681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 Anti-Lag</a:t>
            </a:r>
            <a:endParaRPr lang="en-US" sz="115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450592"/>
            <a:ext cx="201168" cy="20116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114032" y="243230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 Radeon Boost</a:t>
            </a:r>
            <a:endParaRPr lang="en-US" sz="115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926080"/>
            <a:ext cx="201168" cy="20116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114032" y="2907792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关闭 Chill 节能</a:t>
            </a:r>
            <a:endParaRPr lang="en-US" sz="115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401568"/>
            <a:ext cx="201168" cy="20116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114032" y="338328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各向异性→性能优先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50976"/>
            <a:ext cx="8631936" cy="685800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50976"/>
            <a:ext cx="1481328" cy="685800"/>
          </a:xfrm>
          <a:prstGeom prst="rect">
            <a:avLst/>
          </a:prstGeom>
          <a:solidFill>
            <a:srgbClr val="1A6EF5">
              <a:alpha val="14000"/>
            </a:srgbClr>
          </a:solidFill>
          <a:ln w="12700">
            <a:solidFill>
              <a:srgbClr val="1A2C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50976"/>
            <a:ext cx="64008" cy="68580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2471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113385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20240" y="104241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React + TypeScript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920240" y="135331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界面渲染 · 进度展示 · 操作日志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6032" y="1755648"/>
            <a:ext cx="8631936" cy="685800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1755648"/>
            <a:ext cx="1481328" cy="685800"/>
          </a:xfrm>
          <a:prstGeom prst="rect">
            <a:avLst/>
          </a:prstGeom>
          <a:solidFill>
            <a:srgbClr val="0891B2">
              <a:alpha val="14000"/>
            </a:srgbClr>
          </a:solidFill>
          <a:ln w="12700">
            <a:solidFill>
              <a:srgbClr val="1A2C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" y="1755648"/>
            <a:ext cx="64008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92938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" y="193852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通信层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920240" y="184708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IPC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920240" y="215798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主进程 ↔ 渲染进程双向指令传递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56032" y="2560320"/>
            <a:ext cx="8631936" cy="685800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560320"/>
            <a:ext cx="1481328" cy="685800"/>
          </a:xfrm>
          <a:prstGeom prst="rect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1A2C4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6032" y="256032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734056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9808" y="27432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执行层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920240" y="265176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child_process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920240" y="296265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PowerShell · 实时捕获输出流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56032" y="3364992"/>
            <a:ext cx="8631936" cy="685800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56032" y="3364992"/>
            <a:ext cx="1481328" cy="685800"/>
          </a:xfrm>
          <a:prstGeom prst="rect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1A2C4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56032" y="3364992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538728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9808" y="354787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脚本层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920240" y="34564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5.1 / 7.x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920240" y="376732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WMI 查询 · 注册表读写 · 驱动安装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256032" y="4169664"/>
            <a:ext cx="8631936" cy="685800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56032" y="4169664"/>
            <a:ext cx="1481328" cy="685800"/>
          </a:xfrm>
          <a:prstGeom prst="rect">
            <a:avLst/>
          </a:prstGeom>
          <a:solidFill>
            <a:srgbClr val="F0A500">
              <a:alpha val="14000"/>
            </a:srgbClr>
          </a:solidFill>
          <a:ln w="12700">
            <a:solidFill>
              <a:srgbClr val="1A2C47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56032" y="4169664"/>
            <a:ext cx="64008" cy="685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343400"/>
            <a:ext cx="310896" cy="31089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49808" y="435254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资源层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920240" y="426110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离线驱动包 · 运行库 · LTSC 镜像 · 风格包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1920240" y="457200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无网络环境下完整运行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3A4F"/>
          </a:solidFill>
          <a:ln w="12700">
            <a:solidFill>
              <a:srgbClr val="2D3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00BCC8"/>
          </a:solidFill>
          <a:ln w="12700">
            <a:solidFill>
              <a:srgbClr val="00BC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目标市场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50976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50976"/>
            <a:ext cx="2651760" cy="7315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424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300万+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陪玩从业者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6032" y="20665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国内活跃人数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950976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950976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0424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127248" y="1737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技术小白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27248" y="20665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不懂系统调优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950976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98464" y="950976"/>
            <a:ext cx="26517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8464" y="10424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≤10人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998464" y="1737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小型工作室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98464" y="20665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无专属技术员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633472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633472"/>
            <a:ext cx="4206240" cy="420624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6791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个体陪玩「小明」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38912" y="3154680"/>
            <a:ext cx="128016" cy="128016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1363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每周接单 20–40 单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8912" y="3575304"/>
            <a:ext cx="128016" cy="128016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5570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游戏本 · 联想 Legion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38912" y="3995928"/>
            <a:ext cx="128016" cy="128016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偶尔重装处理系统问题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38912" y="4416552"/>
            <a:ext cx="128016" cy="128016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4398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完全不懂 PC 调优设置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00016" y="2633472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00016" y="2633472"/>
            <a:ext cx="420624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79192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93792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工作室负责人「阿强」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4882896" y="315468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84064" y="31363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 5 台陪玩机器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4882896" y="35753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084064" y="35570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需要批量初始化环境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4882896" y="399592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84064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希望所有机器配置统一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4882896" y="44165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84064" y="4398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没有专属技术人员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133856"/>
            <a:ext cx="2651760" cy="3511296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33856"/>
            <a:ext cx="265176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" y="16642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6032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77977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27614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系统优化全功能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3697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32186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基础美化风格包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941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36758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N/A卡基础调优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127248" y="950976"/>
            <a:ext cx="2651760" cy="3877056"/>
          </a:xfrm>
          <a:prstGeom prst="rect">
            <a:avLst/>
          </a:prstGeom>
          <a:solidFill>
            <a:srgbClr val="111E35"/>
          </a:solidFill>
          <a:ln w="25400">
            <a:solidFill>
              <a:srgbClr val="1A6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127248" y="950976"/>
            <a:ext cx="2651760" cy="45720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94176" y="640080"/>
            <a:ext cx="151790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94176" y="640080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推荐方案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127248" y="987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专业版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127248" y="148132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¥68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3127248" y="22128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CCF"/>
                </a:solidFill>
              </a:rPr>
              <a:t>/年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59689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75888" y="25786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全部功能解锁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05409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75888" y="30358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配置备份与迁移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511296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675888" y="34930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调度模块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968496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675888" y="39502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优先技术支持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998464" y="1133856"/>
            <a:ext cx="2651760" cy="3511296"/>
          </a:xfrm>
          <a:prstGeom prst="rect">
            <a:avLst/>
          </a:prstGeom>
          <a:solidFill>
            <a:srgbClr val="111E35"/>
          </a:solidFill>
          <a:ln w="12700">
            <a:solidFill>
              <a:srgbClr val="1A2C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998464" y="1133856"/>
            <a:ext cx="2651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5998464" y="1170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工作室版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5998464" y="16642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¥198</a:t>
            </a:r>
            <a:endParaRPr lang="en-US" sz="4000" dirty="0"/>
          </a:p>
        </p:txBody>
      </p:sp>
      <p:sp>
        <p:nvSpPr>
          <p:cNvPr id="36" name="Text 27"/>
          <p:cNvSpPr/>
          <p:nvPr/>
        </p:nvSpPr>
        <p:spPr>
          <a:xfrm>
            <a:off x="5998464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CCF"/>
                </a:solidFill>
              </a:rPr>
              <a:t>/年·5台</a:t>
            </a:r>
            <a:endParaRPr lang="en-US" sz="11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779776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547104" y="27614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专业版全功能</a:t>
            </a:r>
            <a:endParaRPr lang="en-US" sz="12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236976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47104" y="32186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5台授权批量部署</a:t>
            </a:r>
            <a:endParaRPr lang="en-US" sz="12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694176"/>
            <a:ext cx="201168" cy="20116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547104" y="36758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远程协助</a:t>
            </a:r>
            <a:endParaRPr lang="en-US" sz="12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4151376"/>
            <a:ext cx="201168" cy="20116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547104" y="4133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定制配置包</a:t>
            </a:r>
            <a:endParaRPr lang="en-US" sz="1200" dirty="0"/>
          </a:p>
        </p:txBody>
      </p:sp>
      <p:sp>
        <p:nvSpPr>
          <p:cNvPr id="45" name="Shape 3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A500"/>
                </a:solidFill>
              </a:rPr>
              <a:t>推广渠道：比心 / 陪我社区  ·  陪玩 QQ / 微信群  ·  B站教程内容  ·  闲鱼二手机市场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3A4F"/>
          </a:solidFill>
          <a:ln w="12700">
            <a:solidFill>
              <a:srgbClr val="2D3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18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开发路线图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779776"/>
            <a:ext cx="82296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97480"/>
            <a:ext cx="237744" cy="23774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932688"/>
            <a:ext cx="1371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" y="932688"/>
            <a:ext cx="1371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024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P0  W1–2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基础架构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" y="160934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Electron壳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190195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PowerShell链路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219456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硬件检测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" y="2578608"/>
            <a:ext cx="64008" cy="237744"/>
          </a:xfrm>
          <a:prstGeom prst="rect">
            <a:avLst/>
          </a:prstGeom>
          <a:solidFill>
            <a:srgbClr val="64748B">
              <a:alpha val="3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2697480"/>
            <a:ext cx="237744" cy="237744"/>
          </a:xfrm>
          <a:prstGeom prst="ellipse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7632" y="3090672"/>
            <a:ext cx="1371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27632" y="3090672"/>
            <a:ext cx="1371600" cy="73152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7632" y="31821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EF5"/>
                </a:solidFill>
              </a:rPr>
              <a:t>P1  W3–4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27632" y="3438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82496" y="376732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系统优化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82496" y="405993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电源/网络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82496" y="435254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N卡调优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57984" y="2816352"/>
            <a:ext cx="64008" cy="274320"/>
          </a:xfrm>
          <a:prstGeom prst="rect">
            <a:avLst/>
          </a:prstGeom>
          <a:solidFill>
            <a:srgbClr val="1A6EF5">
              <a:alpha val="35000"/>
            </a:srgbClr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65576" y="2697480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932688"/>
            <a:ext cx="1371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17520" y="932688"/>
            <a:ext cx="1371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1024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</a:rPr>
              <a:t>P2  W5–6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1752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72384" y="160934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OEM调度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72384" y="190195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联想/华硕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72384" y="219456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A卡调优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47872" y="2578608"/>
            <a:ext cx="64008" cy="237744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5464" y="2697480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07408" y="3090672"/>
            <a:ext cx="1371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07408" y="3090672"/>
            <a:ext cx="1371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31821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P3  W7–8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07408" y="3438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重装模块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62272" y="376732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DISM部署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62272" y="405993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初始化流程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62272" y="435254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续执行机制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2816352"/>
            <a:ext cx="64008" cy="274320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5352" y="2697480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97296" y="932688"/>
            <a:ext cx="1371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97296" y="932688"/>
            <a:ext cx="13716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97296" y="1024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P4  W9–10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97296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美化迁移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852160" y="160934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风格包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52160" y="190195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备份迁移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52160" y="219456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Nexus对接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27648" y="2578608"/>
            <a:ext cx="64008" cy="237744"/>
          </a:xfrm>
          <a:prstGeom prst="rect">
            <a:avLst/>
          </a:prstGeom>
          <a:solidFill>
            <a:srgbClr val="059669">
              <a:alpha val="3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35240" y="2697480"/>
            <a:ext cx="237744" cy="23774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87184" y="3090672"/>
            <a:ext cx="1371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187184" y="3090672"/>
            <a:ext cx="13716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87184" y="31821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Beta  W11–12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87184" y="3438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内测上线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242048" y="376732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20名内测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42048" y="405993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Bug修复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42048" y="435254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·  正式发布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17536" y="2816352"/>
            <a:ext cx="64008" cy="274320"/>
          </a:xfrm>
          <a:prstGeom prst="rect">
            <a:avLst/>
          </a:prstGeom>
          <a:solidFill>
            <a:srgbClr val="F0A500">
              <a:alpha val="35000"/>
            </a:srgbClr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943600" cy="5943600"/>
          </a:xfrm>
          <a:prstGeom prst="ellipse">
            <a:avLst/>
          </a:prstGeom>
          <a:solidFill>
            <a:srgbClr val="1A6EF5">
              <a:alpha val="8000"/>
            </a:srgbClr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0"/>
            <a:ext cx="5029200" cy="5029200"/>
          </a:xfrm>
          <a:prstGeom prst="ellipse">
            <a:avLst/>
          </a:prstGeom>
          <a:solidFill>
            <a:srgbClr val="00BCC8">
              <a:alpha val="6000"/>
            </a:srgbClr>
          </a:solidFill>
          <a:ln w="12700">
            <a:solidFill>
              <a:srgbClr val="00BC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让每一位陪玩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0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都能发挥出最</a:t>
            </a:r>
            <a:r>
              <a:rPr lang="zh-CN" altLang="en-US" sz="4800" b="1" dirty="0">
                <a:solidFill>
                  <a:srgbClr val="0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佳状态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108960" y="2633472"/>
            <a:ext cx="29260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98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A8BCCF"/>
                </a:solidFill>
              </a:rPr>
              <a:t>WinTuner Pro  ·  v1.0  ·  即将内测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0" y="3310128"/>
            <a:ext cx="2743200" cy="585216"/>
          </a:xfrm>
          <a:prstGeom prst="rect">
            <a:avLst/>
          </a:prstGeom>
          <a:solidFill>
            <a:srgbClr val="1A6EF5"/>
          </a:solidFill>
          <a:ln w="12700">
            <a:solidFill>
              <a:srgbClr val="1A6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3310128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申请内测资格 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133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CCF"/>
                </a:solidFill>
              </a:rPr>
              <a:t>GitHub: Fish-under-sea / WinTunerPro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4645152"/>
            <a:ext cx="1298448" cy="274320"/>
          </a:xfrm>
          <a:prstGeom prst="rect">
            <a:avLst/>
          </a:prstGeom>
          <a:solidFill>
            <a:srgbClr val="111E3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4663440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CC8"/>
                </a:solidFill>
              </a:rPr>
              <a:t>纯软方案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72384" y="4645152"/>
            <a:ext cx="1298448" cy="274320"/>
          </a:xfrm>
          <a:prstGeom prst="rect">
            <a:avLst/>
          </a:prstGeom>
          <a:solidFill>
            <a:srgbClr val="111E3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4663440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CC8"/>
                </a:solidFill>
              </a:rPr>
              <a:t>零命令行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0288" y="4645152"/>
            <a:ext cx="1298448" cy="274320"/>
          </a:xfrm>
          <a:prstGeom prst="rect">
            <a:avLst/>
          </a:prstGeom>
          <a:solidFill>
            <a:srgbClr val="111E3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4663440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CC8"/>
                </a:solidFill>
              </a:rPr>
              <a:t>一键操作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08192" y="4645152"/>
            <a:ext cx="1298448" cy="274320"/>
          </a:xfrm>
          <a:prstGeom prst="rect">
            <a:avLst/>
          </a:prstGeom>
          <a:solidFill>
            <a:srgbClr val="111E35"/>
          </a:solidFill>
          <a:ln w="12700">
            <a:solidFill>
              <a:srgbClr val="1A6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4663440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CC8"/>
                </a:solidFill>
              </a:rPr>
              <a:t>开源友好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504</Words>
  <Application>Microsoft Office PowerPoint</Application>
  <PresentationFormat>全屏显示(16:9)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WinTuner Pro</dc:title>
  <dc:subject>PptxGenJS Presentation</dc:subject>
  <dc:creator>PptxGenJS</dc:creator>
  <cp:lastModifiedBy>凯 俞</cp:lastModifiedBy>
  <cp:revision>2</cp:revision>
  <dcterms:created xsi:type="dcterms:W3CDTF">2026-06-08T00:50:51Z</dcterms:created>
  <dcterms:modified xsi:type="dcterms:W3CDTF">2026-06-08T00:56:26Z</dcterms:modified>
</cp:coreProperties>
</file>